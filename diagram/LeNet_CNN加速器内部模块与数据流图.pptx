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10157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370" y="-2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82785"/>
            <a:ext cx="10972800" cy="52937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3200" b="1">
                <a:solidFill>
                  <a:srgbClr val="141414"/>
                </a:solidFill>
                <a:latin typeface="Microsoft YaHei"/>
              </a:rPr>
              <a:t>LeNet CNN 加速器内部模块与数据流图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577700"/>
            <a:ext cx="8961120" cy="20621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100" b="0" dirty="0">
                <a:solidFill>
                  <a:srgbClr val="141414"/>
                </a:solidFill>
                <a:latin typeface="Microsoft YaHei"/>
              </a:rPr>
              <a:t>Internal Datapath and Control Flow of Vitis HLS </a:t>
            </a:r>
            <a:r>
              <a:rPr sz="1100" b="0" dirty="0" err="1">
                <a:solidFill>
                  <a:srgbClr val="141414"/>
                </a:solidFill>
                <a:latin typeface="Microsoft YaHei"/>
              </a:rPr>
              <a:t>LeNet</a:t>
            </a:r>
            <a:r>
              <a:rPr sz="1100" b="0" dirty="0">
                <a:solidFill>
                  <a:srgbClr val="141414"/>
                </a:solidFill>
                <a:latin typeface="Microsoft YaHei"/>
              </a:rPr>
              <a:t> Accelerator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868680"/>
            <a:ext cx="11384280" cy="5440680"/>
          </a:xfrm>
          <a:prstGeom prst="rect">
            <a:avLst/>
          </a:prstGeom>
          <a:solidFill>
            <a:srgbClr val="FCFCFF"/>
          </a:solidFill>
          <a:ln w="17780">
            <a:solidFill>
              <a:srgbClr val="64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Rectangle 4"/>
          <p:cNvSpPr/>
          <p:nvPr/>
        </p:nvSpPr>
        <p:spPr>
          <a:xfrm>
            <a:off x="685800" y="1051560"/>
            <a:ext cx="10835640" cy="384048"/>
          </a:xfrm>
          <a:prstGeom prst="rect">
            <a:avLst/>
          </a:prstGeom>
          <a:solidFill>
            <a:srgbClr val="F2E9FA"/>
          </a:solidFill>
          <a:ln w="11430">
            <a:solidFill>
              <a:srgbClr val="645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600" b="1">
                <a:solidFill>
                  <a:srgbClr val="141414"/>
                </a:solidFill>
                <a:latin typeface="Microsoft YaHei"/>
              </a:rPr>
              <a:t>CNN Accelerator IP  (Vitis HLS Generated)     HLS top: lenet_full_top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508760" cy="502920"/>
          </a:xfrm>
          <a:prstGeom prst="rect">
            <a:avLst/>
          </a:prstGeom>
          <a:solidFill>
            <a:srgbClr val="DEEEFC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141414"/>
                </a:solidFill>
                <a:latin typeface="Microsoft YaHei"/>
              </a:rPr>
              <a:t>AXI4 Master</a:t>
            </a:r>
          </a:p>
          <a:p>
            <a:pPr algn="ctr"/>
            <a:r>
              <a:rPr sz="1050" b="1">
                <a:solidFill>
                  <a:srgbClr val="141414"/>
                </a:solidFill>
                <a:latin typeface="Microsoft YaHei"/>
              </a:rPr>
              <a:t>Data Ports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23444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0">
                <a:solidFill>
                  <a:srgbClr val="141414"/>
                </a:solidFill>
                <a:latin typeface="Microsoft YaHei"/>
              </a:rPr>
              <a:t>feature_in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063239"/>
            <a:ext cx="123444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0">
                <a:solidFill>
                  <a:srgbClr val="141414"/>
                </a:solidFill>
                <a:latin typeface="Microsoft YaHei"/>
              </a:rPr>
              <a:t>weight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566160"/>
            <a:ext cx="123444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0">
                <a:solidFill>
                  <a:srgbClr val="141414"/>
                </a:solidFill>
                <a:latin typeface="Microsoft YaHei"/>
              </a:rPr>
              <a:t>bias = 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069080"/>
            <a:ext cx="1234440" cy="320040"/>
          </a:xfrm>
          <a:prstGeom prst="rect">
            <a:avLst/>
          </a:prstGeom>
          <a:solidFill>
            <a:srgbClr val="FAFAFA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0">
                <a:solidFill>
                  <a:srgbClr val="141414"/>
                </a:solidFill>
                <a:latin typeface="Microsoft YaHei"/>
              </a:rPr>
              <a:t>feature_out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892040"/>
            <a:ext cx="1508760" cy="777240"/>
          </a:xfrm>
          <a:prstGeom prst="rect">
            <a:avLst/>
          </a:prstGeom>
          <a:solidFill>
            <a:srgbClr val="FBE5CD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Microsoft YaHei"/>
              </a:rPr>
              <a:t>Controller</a:t>
            </a:r>
          </a:p>
          <a:p>
            <a:pPr algn="ctr"/>
            <a:r>
              <a:rPr sz="1000" b="1">
                <a:solidFill>
                  <a:srgbClr val="141414"/>
                </a:solidFill>
                <a:latin typeface="Microsoft YaHei"/>
              </a:rPr>
              <a:t>ap_ctrl_hs</a:t>
            </a:r>
          </a:p>
          <a:p>
            <a:pPr algn="ctr"/>
            <a:r>
              <a:rPr sz="1000" b="1">
                <a:solidFill>
                  <a:srgbClr val="141414"/>
                </a:solidFill>
                <a:latin typeface="Microsoft YaHei"/>
              </a:rPr>
              <a:t>start / done / idle / ready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1828800"/>
            <a:ext cx="1600200" cy="438912"/>
          </a:xfrm>
          <a:prstGeom prst="rect">
            <a:avLst/>
          </a:prstGeom>
          <a:solidFill>
            <a:srgbClr val="DEEEFC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Microsoft YaHei"/>
              </a:rPr>
              <a:t>Input Buffer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542032"/>
            <a:ext cx="1600200" cy="438912"/>
          </a:xfrm>
          <a:prstGeom prst="rect">
            <a:avLst/>
          </a:prstGeom>
          <a:solidFill>
            <a:srgbClr val="DEEEFC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Microsoft YaHei"/>
              </a:rPr>
              <a:t>Weight Buffer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255264"/>
            <a:ext cx="1600200" cy="438912"/>
          </a:xfrm>
          <a:prstGeom prst="rect">
            <a:avLst/>
          </a:prstGeom>
          <a:solidFill>
            <a:srgbClr val="DEEEFC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Microsoft YaHei"/>
              </a:rPr>
              <a:t>Feature Buffer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968496"/>
            <a:ext cx="1600200" cy="438912"/>
          </a:xfrm>
          <a:prstGeom prst="rect">
            <a:avLst/>
          </a:prstGeom>
          <a:solidFill>
            <a:srgbClr val="DEEEFC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00" b="1">
                <a:solidFill>
                  <a:srgbClr val="141414"/>
                </a:solidFill>
                <a:latin typeface="Microsoft YaHei"/>
              </a:rPr>
              <a:t>Output Buffer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00600" y="1691640"/>
            <a:ext cx="30632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4983480" y="1819812"/>
            <a:ext cx="2697480" cy="283154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Microsoft YaHei"/>
              </a:rPr>
              <a:t>Computing Module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60" y="2331720"/>
            <a:ext cx="2331720" cy="384048"/>
          </a:xfrm>
          <a:prstGeom prst="rect">
            <a:avLst/>
          </a:prstGeom>
          <a:solidFill>
            <a:srgbClr val="E0F4E2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Microsoft YaHei"/>
              </a:rPr>
              <a:t>Window Generator</a:t>
            </a:r>
          </a:p>
          <a:p>
            <a:pPr algn="ctr"/>
            <a:r>
              <a:rPr sz="1000" b="1">
                <a:solidFill>
                  <a:srgbClr val="141414"/>
                </a:solidFill>
                <a:latin typeface="Microsoft YaHei"/>
              </a:rPr>
              <a:t>5×5 Sliding Window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2880360"/>
            <a:ext cx="2331720" cy="384048"/>
          </a:xfrm>
          <a:prstGeom prst="rect">
            <a:avLst/>
          </a:prstGeom>
          <a:solidFill>
            <a:srgbClr val="E0F4E2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 dirty="0">
                <a:solidFill>
                  <a:srgbClr val="141414"/>
                </a:solidFill>
                <a:latin typeface="Microsoft YaHei"/>
              </a:rPr>
              <a:t>PE Array / MAC Engine</a:t>
            </a:r>
          </a:p>
          <a:p>
            <a:pPr algn="ctr"/>
            <a:r>
              <a:rPr sz="1000" b="1" dirty="0">
                <a:solidFill>
                  <a:srgbClr val="141414"/>
                </a:solidFill>
                <a:latin typeface="Microsoft YaHei"/>
              </a:rPr>
              <a:t>Multiply-Accumulate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66360" y="3429000"/>
            <a:ext cx="2331720" cy="384048"/>
          </a:xfrm>
          <a:prstGeom prst="rect">
            <a:avLst/>
          </a:prstGeom>
          <a:solidFill>
            <a:srgbClr val="E0F4E2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Microsoft YaHei"/>
              </a:rPr>
              <a:t>Accumulator + ReLU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66360" y="3977639"/>
            <a:ext cx="2331720" cy="384048"/>
          </a:xfrm>
          <a:prstGeom prst="rect">
            <a:avLst/>
          </a:prstGeom>
          <a:solidFill>
            <a:srgbClr val="E0F4E2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Microsoft YaHei"/>
              </a:rPr>
              <a:t>MaxPool Processor</a:t>
            </a:r>
          </a:p>
          <a:p>
            <a:pPr algn="ctr"/>
            <a:r>
              <a:rPr sz="1000" b="1">
                <a:solidFill>
                  <a:srgbClr val="141414"/>
                </a:solidFill>
                <a:latin typeface="Microsoft YaHei"/>
              </a:rPr>
              <a:t>2×2, stride=2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60" y="4526280"/>
            <a:ext cx="2331720" cy="384048"/>
          </a:xfrm>
          <a:prstGeom prst="rect">
            <a:avLst/>
          </a:prstGeom>
          <a:solidFill>
            <a:srgbClr val="E0F4E2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Microsoft YaHei"/>
              </a:rPr>
              <a:t>Dense / FC Processor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1691640"/>
            <a:ext cx="2697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TextBox 23"/>
          <p:cNvSpPr txBox="1"/>
          <p:nvPr/>
        </p:nvSpPr>
        <p:spPr>
          <a:xfrm>
            <a:off x="8549640" y="1696701"/>
            <a:ext cx="2240280" cy="52937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600" b="1">
                <a:solidFill>
                  <a:srgbClr val="141414"/>
                </a:solidFill>
                <a:latin typeface="Microsoft YaHei"/>
              </a:rPr>
              <a:t>LeNet Layer Schedule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77072" y="2359152"/>
            <a:ext cx="2148840" cy="320040"/>
          </a:xfrm>
          <a:prstGeom prst="rect">
            <a:avLst/>
          </a:prstGeom>
          <a:solidFill>
            <a:srgbClr val="FFF5D6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Microsoft YaHei"/>
              </a:rPr>
              <a:t>Conv1 → ReLU → Pool1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77072" y="2862072"/>
            <a:ext cx="2148840" cy="320040"/>
          </a:xfrm>
          <a:prstGeom prst="rect">
            <a:avLst/>
          </a:prstGeom>
          <a:solidFill>
            <a:srgbClr val="FFF5D6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Microsoft YaHei"/>
              </a:rPr>
              <a:t>Conv2 → ReLU → Pool2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77072" y="3364992"/>
            <a:ext cx="2148840" cy="320040"/>
          </a:xfrm>
          <a:prstGeom prst="rect">
            <a:avLst/>
          </a:prstGeom>
          <a:solidFill>
            <a:srgbClr val="FFF5D6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Microsoft YaHei"/>
              </a:rPr>
              <a:t>Conv3 → ReLU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77072" y="3867912"/>
            <a:ext cx="2148840" cy="320040"/>
          </a:xfrm>
          <a:prstGeom prst="rect">
            <a:avLst/>
          </a:prstGeom>
          <a:solidFill>
            <a:srgbClr val="FFF5D6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Microsoft YaHei"/>
              </a:rPr>
              <a:t>FC1 → ReLU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77072" y="4370832"/>
            <a:ext cx="2148840" cy="320040"/>
          </a:xfrm>
          <a:prstGeom prst="rect">
            <a:avLst/>
          </a:prstGeom>
          <a:solidFill>
            <a:srgbClr val="FFF5D6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50" b="1">
                <a:solidFill>
                  <a:srgbClr val="141414"/>
                </a:solidFill>
                <a:latin typeface="Microsoft YaHei"/>
              </a:rPr>
              <a:t>FC2 → Logits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3960" y="5577840"/>
            <a:ext cx="1737360" cy="411480"/>
          </a:xfrm>
          <a:prstGeom prst="rect">
            <a:avLst/>
          </a:prstGeom>
          <a:solidFill>
            <a:srgbClr val="FAFAFA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141414"/>
                </a:solidFill>
                <a:latin typeface="Microsoft YaHei"/>
              </a:rPr>
              <a:t>Classification Result</a:t>
            </a:r>
          </a:p>
          <a:p>
            <a:pPr algn="ctr"/>
            <a:r>
              <a:rPr sz="1050" b="1">
                <a:solidFill>
                  <a:srgbClr val="141414"/>
                </a:solidFill>
                <a:latin typeface="Microsoft YaHei"/>
              </a:rPr>
              <a:t>Digit 0–9</a:t>
            </a:r>
          </a:p>
        </p:txBody>
      </p:sp>
      <p:cxnSp>
        <p:nvCxnSpPr>
          <p:cNvPr id="31" name="Connector 30"/>
          <p:cNvCxnSpPr>
            <a:cxnSpLocks/>
            <a:stCxn id="7" idx="3"/>
          </p:cNvCxnSpPr>
          <p:nvPr/>
        </p:nvCxnSpPr>
        <p:spPr>
          <a:xfrm flipV="1">
            <a:off x="2103120" y="2048258"/>
            <a:ext cx="640080" cy="672082"/>
          </a:xfrm>
          <a:prstGeom prst="line">
            <a:avLst/>
          </a:prstGeom>
          <a:ln w="16510">
            <a:solidFill>
              <a:srgbClr val="1E5FA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cxnSpLocks/>
            <a:stCxn id="8" idx="3"/>
          </p:cNvCxnSpPr>
          <p:nvPr/>
        </p:nvCxnSpPr>
        <p:spPr>
          <a:xfrm flipV="1">
            <a:off x="2103120" y="2761489"/>
            <a:ext cx="640080" cy="461770"/>
          </a:xfrm>
          <a:prstGeom prst="line">
            <a:avLst/>
          </a:prstGeom>
          <a:ln w="16510">
            <a:solidFill>
              <a:srgbClr val="1E5FA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343400" y="2048256"/>
            <a:ext cx="822960" cy="475488"/>
          </a:xfrm>
          <a:prstGeom prst="line">
            <a:avLst/>
          </a:prstGeom>
          <a:ln w="16510">
            <a:solidFill>
              <a:srgbClr val="1E5FA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4343400" y="2761488"/>
            <a:ext cx="822960" cy="310896"/>
          </a:xfrm>
          <a:prstGeom prst="line">
            <a:avLst/>
          </a:prstGeom>
          <a:ln w="16510">
            <a:solidFill>
              <a:srgbClr val="1E5FA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6CEFA93D-CE26-4903-BB29-753B9F5BAB6E}"/>
              </a:ext>
            </a:extLst>
          </p:cNvPr>
          <p:cNvGrpSpPr/>
          <p:nvPr/>
        </p:nvGrpSpPr>
        <p:grpSpPr>
          <a:xfrm>
            <a:off x="1485900" y="4389120"/>
            <a:ext cx="7338060" cy="1325880"/>
            <a:chOff x="1485900" y="4389120"/>
            <a:chExt cx="7338060" cy="1325880"/>
          </a:xfrm>
        </p:grpSpPr>
        <p:cxnSp>
          <p:nvCxnSpPr>
            <p:cNvPr id="37" name="Connector 36"/>
            <p:cNvCxnSpPr>
              <a:cxnSpLocks/>
              <a:stCxn id="10" idx="2"/>
            </p:cNvCxnSpPr>
            <p:nvPr/>
          </p:nvCxnSpPr>
          <p:spPr>
            <a:xfrm>
              <a:off x="1485900" y="4389120"/>
              <a:ext cx="3387852" cy="1307592"/>
            </a:xfrm>
            <a:prstGeom prst="line">
              <a:avLst/>
            </a:prstGeom>
            <a:ln w="16510">
              <a:solidFill>
                <a:srgbClr val="1E5FA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>
              <a:cxnSpLocks/>
            </p:cNvCxnSpPr>
            <p:nvPr/>
          </p:nvCxnSpPr>
          <p:spPr>
            <a:xfrm>
              <a:off x="4873752" y="5696712"/>
              <a:ext cx="3950208" cy="18288"/>
            </a:xfrm>
            <a:prstGeom prst="line">
              <a:avLst/>
            </a:prstGeom>
            <a:ln w="16510">
              <a:solidFill>
                <a:srgbClr val="1E5FA5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Connector 38"/>
          <p:cNvCxnSpPr/>
          <p:nvPr/>
        </p:nvCxnSpPr>
        <p:spPr>
          <a:xfrm>
            <a:off x="4343400" y="4187952"/>
            <a:ext cx="822960" cy="530352"/>
          </a:xfrm>
          <a:prstGeom prst="line">
            <a:avLst/>
          </a:prstGeom>
          <a:ln w="16510">
            <a:solidFill>
              <a:srgbClr val="1E5FA5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240280" y="4617720"/>
            <a:ext cx="2560320" cy="667512"/>
          </a:xfrm>
          <a:prstGeom prst="line">
            <a:avLst/>
          </a:prstGeom>
          <a:ln w="13970">
            <a:solidFill>
              <a:srgbClr val="D27828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cxnSpLocks/>
          </p:cNvCxnSpPr>
          <p:nvPr/>
        </p:nvCxnSpPr>
        <p:spPr>
          <a:xfrm flipV="1">
            <a:off x="2240280" y="5012863"/>
            <a:ext cx="6080760" cy="272369"/>
          </a:xfrm>
          <a:prstGeom prst="line">
            <a:avLst/>
          </a:prstGeom>
          <a:ln w="13970">
            <a:solidFill>
              <a:srgbClr val="D27828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85800" y="6355080"/>
            <a:ext cx="10835640" cy="274320"/>
          </a:xfrm>
          <a:prstGeom prst="rect">
            <a:avLst/>
          </a:prstGeom>
          <a:solidFill>
            <a:srgbClr val="FCFCFC"/>
          </a:solidFill>
          <a:ln w="1270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0">
                <a:solidFill>
                  <a:srgbClr val="141414"/>
                </a:solidFill>
                <a:latin typeface="Microsoft YaHei"/>
              </a:rPr>
              <a:t>Solid blue line: data path    |    Dashed orange line: control path    |    Data layout: CHW feature maps / OIHW conv weights / [out][in] FC weights</a:t>
            </a:r>
          </a:p>
        </p:txBody>
      </p:sp>
      <p:cxnSp>
        <p:nvCxnSpPr>
          <p:cNvPr id="47" name="Connector 30">
            <a:extLst>
              <a:ext uri="{FF2B5EF4-FFF2-40B4-BE49-F238E27FC236}">
                <a16:creationId xmlns:a16="http://schemas.microsoft.com/office/drawing/2014/main" id="{D3225F8E-D0F5-491E-839D-BC95447F1DD1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2104292" y="4187952"/>
            <a:ext cx="638908" cy="52912"/>
          </a:xfrm>
          <a:prstGeom prst="line">
            <a:avLst/>
          </a:prstGeom>
          <a:ln w="16510">
            <a:solidFill>
              <a:srgbClr val="1E5FA5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30">
            <a:extLst>
              <a:ext uri="{FF2B5EF4-FFF2-40B4-BE49-F238E27FC236}">
                <a16:creationId xmlns:a16="http://schemas.microsoft.com/office/drawing/2014/main" id="{B01D5A4A-C7ED-448C-AD06-6DA3B423DD84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6332220" y="2715768"/>
            <a:ext cx="0" cy="164592"/>
          </a:xfrm>
          <a:prstGeom prst="line">
            <a:avLst/>
          </a:prstGeom>
          <a:ln w="16510">
            <a:solidFill>
              <a:srgbClr val="1E5FA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30">
            <a:extLst>
              <a:ext uri="{FF2B5EF4-FFF2-40B4-BE49-F238E27FC236}">
                <a16:creationId xmlns:a16="http://schemas.microsoft.com/office/drawing/2014/main" id="{AEBED715-9515-4463-B07F-28B6AFEF13C2}"/>
              </a:ext>
            </a:extLst>
          </p:cNvPr>
          <p:cNvCxnSpPr>
            <a:cxnSpLocks/>
          </p:cNvCxnSpPr>
          <p:nvPr/>
        </p:nvCxnSpPr>
        <p:spPr>
          <a:xfrm>
            <a:off x="6302611" y="3272246"/>
            <a:ext cx="0" cy="164592"/>
          </a:xfrm>
          <a:prstGeom prst="line">
            <a:avLst/>
          </a:prstGeom>
          <a:ln w="16510">
            <a:solidFill>
              <a:srgbClr val="1E5FA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30">
            <a:extLst>
              <a:ext uri="{FF2B5EF4-FFF2-40B4-BE49-F238E27FC236}">
                <a16:creationId xmlns:a16="http://schemas.microsoft.com/office/drawing/2014/main" id="{B1C6AFDD-434F-4088-BDDE-22984D877178}"/>
              </a:ext>
            </a:extLst>
          </p:cNvPr>
          <p:cNvCxnSpPr>
            <a:cxnSpLocks/>
          </p:cNvCxnSpPr>
          <p:nvPr/>
        </p:nvCxnSpPr>
        <p:spPr>
          <a:xfrm>
            <a:off x="6302611" y="3803904"/>
            <a:ext cx="0" cy="164592"/>
          </a:xfrm>
          <a:prstGeom prst="line">
            <a:avLst/>
          </a:prstGeom>
          <a:ln w="16510">
            <a:solidFill>
              <a:srgbClr val="1E5FA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30">
            <a:extLst>
              <a:ext uri="{FF2B5EF4-FFF2-40B4-BE49-F238E27FC236}">
                <a16:creationId xmlns:a16="http://schemas.microsoft.com/office/drawing/2014/main" id="{21C6DD11-B13A-41B2-A512-70637039107D}"/>
              </a:ext>
            </a:extLst>
          </p:cNvPr>
          <p:cNvCxnSpPr>
            <a:cxnSpLocks/>
          </p:cNvCxnSpPr>
          <p:nvPr/>
        </p:nvCxnSpPr>
        <p:spPr>
          <a:xfrm>
            <a:off x="6302611" y="4309219"/>
            <a:ext cx="0" cy="164592"/>
          </a:xfrm>
          <a:prstGeom prst="line">
            <a:avLst/>
          </a:prstGeom>
          <a:ln w="16510">
            <a:solidFill>
              <a:srgbClr val="1E5FA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30">
            <a:extLst>
              <a:ext uri="{FF2B5EF4-FFF2-40B4-BE49-F238E27FC236}">
                <a16:creationId xmlns:a16="http://schemas.microsoft.com/office/drawing/2014/main" id="{E15A8E93-F3FE-4726-8615-77719C8721B4}"/>
              </a:ext>
            </a:extLst>
          </p:cNvPr>
          <p:cNvCxnSpPr>
            <a:cxnSpLocks/>
          </p:cNvCxnSpPr>
          <p:nvPr/>
        </p:nvCxnSpPr>
        <p:spPr>
          <a:xfrm>
            <a:off x="9692640" y="2697480"/>
            <a:ext cx="0" cy="164592"/>
          </a:xfrm>
          <a:prstGeom prst="line">
            <a:avLst/>
          </a:prstGeom>
          <a:ln w="16510">
            <a:solidFill>
              <a:srgbClr val="1E5FA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30">
            <a:extLst>
              <a:ext uri="{FF2B5EF4-FFF2-40B4-BE49-F238E27FC236}">
                <a16:creationId xmlns:a16="http://schemas.microsoft.com/office/drawing/2014/main" id="{5D2A7AE0-43F1-4DB2-B6E1-E3C007942D69}"/>
              </a:ext>
            </a:extLst>
          </p:cNvPr>
          <p:cNvCxnSpPr>
            <a:cxnSpLocks/>
          </p:cNvCxnSpPr>
          <p:nvPr/>
        </p:nvCxnSpPr>
        <p:spPr>
          <a:xfrm>
            <a:off x="9692640" y="3172968"/>
            <a:ext cx="0" cy="164592"/>
          </a:xfrm>
          <a:prstGeom prst="line">
            <a:avLst/>
          </a:prstGeom>
          <a:ln w="16510">
            <a:solidFill>
              <a:srgbClr val="1E5FA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30">
            <a:extLst>
              <a:ext uri="{FF2B5EF4-FFF2-40B4-BE49-F238E27FC236}">
                <a16:creationId xmlns:a16="http://schemas.microsoft.com/office/drawing/2014/main" id="{91366BEE-E6E4-468D-809F-C9207B199C33}"/>
              </a:ext>
            </a:extLst>
          </p:cNvPr>
          <p:cNvCxnSpPr>
            <a:cxnSpLocks/>
          </p:cNvCxnSpPr>
          <p:nvPr/>
        </p:nvCxnSpPr>
        <p:spPr>
          <a:xfrm>
            <a:off x="9692640" y="3703320"/>
            <a:ext cx="0" cy="164592"/>
          </a:xfrm>
          <a:prstGeom prst="line">
            <a:avLst/>
          </a:prstGeom>
          <a:ln w="16510">
            <a:solidFill>
              <a:srgbClr val="1E5FA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30">
            <a:extLst>
              <a:ext uri="{FF2B5EF4-FFF2-40B4-BE49-F238E27FC236}">
                <a16:creationId xmlns:a16="http://schemas.microsoft.com/office/drawing/2014/main" id="{1B9DD700-CF04-415C-B5DC-2463E1A5D820}"/>
              </a:ext>
            </a:extLst>
          </p:cNvPr>
          <p:cNvCxnSpPr>
            <a:cxnSpLocks/>
          </p:cNvCxnSpPr>
          <p:nvPr/>
        </p:nvCxnSpPr>
        <p:spPr>
          <a:xfrm>
            <a:off x="9692640" y="4187952"/>
            <a:ext cx="0" cy="164592"/>
          </a:xfrm>
          <a:prstGeom prst="line">
            <a:avLst/>
          </a:prstGeom>
          <a:ln w="16510">
            <a:solidFill>
              <a:srgbClr val="1E5FA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30">
            <a:extLst>
              <a:ext uri="{FF2B5EF4-FFF2-40B4-BE49-F238E27FC236}">
                <a16:creationId xmlns:a16="http://schemas.microsoft.com/office/drawing/2014/main" id="{B01D5A4A-C7ED-448C-AD06-6DA3B423DD84}"/>
              </a:ext>
            </a:extLst>
          </p:cNvPr>
          <p:cNvCxnSpPr>
            <a:cxnSpLocks/>
          </p:cNvCxnSpPr>
          <p:nvPr/>
        </p:nvCxnSpPr>
        <p:spPr>
          <a:xfrm>
            <a:off x="12428220" y="6144768"/>
            <a:ext cx="0" cy="164592"/>
          </a:xfrm>
          <a:prstGeom prst="line">
            <a:avLst/>
          </a:prstGeom>
          <a:ln w="16510">
            <a:solidFill>
              <a:srgbClr val="1E5FA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30">
            <a:extLst>
              <a:ext uri="{FF2B5EF4-FFF2-40B4-BE49-F238E27FC236}">
                <a16:creationId xmlns:a16="http://schemas.microsoft.com/office/drawing/2014/main" id="{B01D5A4A-C7ED-448C-AD06-6DA3B423DD84}"/>
              </a:ext>
            </a:extLst>
          </p:cNvPr>
          <p:cNvCxnSpPr>
            <a:cxnSpLocks/>
          </p:cNvCxnSpPr>
          <p:nvPr/>
        </p:nvCxnSpPr>
        <p:spPr>
          <a:xfrm>
            <a:off x="12580620" y="6297168"/>
            <a:ext cx="0" cy="164592"/>
          </a:xfrm>
          <a:prstGeom prst="line">
            <a:avLst/>
          </a:prstGeom>
          <a:ln w="16510">
            <a:solidFill>
              <a:srgbClr val="1E5FA5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30">
            <a:extLst>
              <a:ext uri="{FF2B5EF4-FFF2-40B4-BE49-F238E27FC236}">
                <a16:creationId xmlns:a16="http://schemas.microsoft.com/office/drawing/2014/main" id="{0186AE43-39EF-4833-9082-AAF85BA4BAEE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4343400" y="3474720"/>
            <a:ext cx="457200" cy="22860"/>
          </a:xfrm>
          <a:prstGeom prst="line">
            <a:avLst/>
          </a:prstGeom>
          <a:ln w="16510">
            <a:solidFill>
              <a:srgbClr val="1E5FA5"/>
            </a:solidFill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149</Words>
  <Application>Microsoft Office PowerPoint</Application>
  <PresentationFormat>宽屏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夏 七</cp:lastModifiedBy>
  <cp:revision>5</cp:revision>
  <dcterms:created xsi:type="dcterms:W3CDTF">2013-01-27T09:14:16Z</dcterms:created>
  <dcterms:modified xsi:type="dcterms:W3CDTF">2026-09-03T12:38:19Z</dcterms:modified>
  <cp:category/>
</cp:coreProperties>
</file>